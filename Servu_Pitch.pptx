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Servu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Build. Link. Grow. Empowering Bulawayo’s Future.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Group R: The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Mphathisi Ndlovu (N02529052A) - Computer Science</a:t>
            </a:r>
          </a:p>
          <a:p>
            <a:pPr/>
            <a:r>
              <a:t>Anesu Hove (N02530834W) - Quantity Surveying</a:t>
            </a:r>
          </a:p>
          <a:p>
            <a:pPr/>
            <a:r>
              <a:t>Siyabonga Khumalo (N02534243G) - Computer Science</a:t>
            </a:r>
          </a:p>
          <a:p>
            <a:pPr/>
            <a:r>
              <a:t>Chikomborero I Zvinoira (N02532066J) - Chemical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Innovation: Servu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Servu (formerly FixBulawayo) is a trust-first digital marketplace designed to connect Bulawayo's youth with local residents and SMEs for micro-tasks and professional services. Built on the principles of reliability and digital visibility, it provides a seamless bridge between talent and opportunity.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is it built for?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Empowering key stakeholders:</a:t>
            </a:r>
          </a:p>
          <a:p>
            <a:pPr lvl="1"/>
            <a:r>
              <a:t>Verified Youth Professionals</a:t>
            </a:r>
          </a:p>
          <a:p>
            <a:pPr lvl="1"/>
            <a:r>
              <a:t>Local SMEs &amp; Businesses</a:t>
            </a:r>
          </a:p>
          <a:p>
            <a:pPr lvl="1"/>
            <a:r>
              <a:t>Community Residents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Driving change in Bulawayo:</a:t>
            </a:r>
          </a:p>
          <a:p>
            <a:pPr lvl="1"/>
            <a:r>
              <a:t>Digital Visibility &amp; Reputation CVs</a:t>
            </a:r>
          </a:p>
          <a:p>
            <a:pPr lvl="1"/>
            <a:r>
              <a:t>Trust through Escrow Payments</a:t>
            </a:r>
          </a:p>
          <a:p>
            <a:pPr lvl="1"/>
            <a:r>
              <a:t>Sustainable Youth Employment</a:t>
            </a:r>
          </a:p>
          <a:p>
            <a:pPr lvl="1"/>
            <a:r>
              <a:t>Safe Peer-to-Peer Service Economy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